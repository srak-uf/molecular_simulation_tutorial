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45"/>
  </p:normalViewPr>
  <p:slideViewPr>
    <p:cSldViewPr snapToGrid="0">
      <p:cViewPr varScale="1">
        <p:scale>
          <a:sx n="95" d="100"/>
          <a:sy n="95" d="100"/>
        </p:scale>
        <p:origin x="200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31022-42F5-9547-FF3C-CF13E66EA4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6FBDC-C06F-9043-2013-0DE9C0575F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7B052-90C8-8F0F-8EFF-AD859C8F4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BE6E-41C0-B747-90AF-8E5F24203B18}" type="datetimeFigureOut">
              <a:t>2026/7/2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0E56D-E3D4-416F-9161-660FD8D07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268DE-0110-46BF-BB33-55CACACDA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8BBA-FFA7-964B-8D14-B8FFF05D9980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2588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228C1-0D12-118E-4750-08B541C4B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30924-A4DE-4DE8-54AC-8963F21C8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5E964-0878-89F9-1478-22B430FE2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BE6E-41C0-B747-90AF-8E5F24203B18}" type="datetimeFigureOut">
              <a:t>2026/7/2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3EF1A-AB4E-AD1B-FED3-13332F0A4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E849B-B794-F219-DC70-96F3AD30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8BBA-FFA7-964B-8D14-B8FFF05D9980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7914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DA440-C171-BFDB-A248-C6A0DDBA1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CA50-B825-3E25-BE6A-60C93C8F9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6928D-800E-A8A6-8514-88E99DCE5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BE6E-41C0-B747-90AF-8E5F24203B18}" type="datetimeFigureOut">
              <a:t>2026/7/2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BDDB6-C390-B894-AAE6-A7425B896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BD421-5F11-BB2C-37D1-1F04907DE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8BBA-FFA7-964B-8D14-B8FFF05D9980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1109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15549-C9DA-BEED-02E8-B91B9A690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4E00D-6442-804F-B989-F1CCAEB2F0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27C8D-2EE6-893D-8245-B391CA099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3948E-F075-1871-C5DD-78809A881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BE6E-41C0-B747-90AF-8E5F24203B18}" type="datetimeFigureOut">
              <a:t>2026/7/2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756623-5670-9CF1-D3E8-95C9F1C3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A3ECB8-3DFA-41F7-C59A-109180518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8BBA-FFA7-964B-8D14-B8FFF05D9980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5328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60250-6250-F2B6-141D-C6DECBD7A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E6C7F-7456-B5A1-37F0-F10B56F13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9CA90-B834-3EC7-CC59-09573937E1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CBA9E4-A6FF-6E88-E2CF-D0EE0CA90D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B60FA4-678A-424C-1613-705C7F5590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1B04DF-2EA2-AD6A-1739-6BB435989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BE6E-41C0-B747-90AF-8E5F24203B18}" type="datetimeFigureOut">
              <a:t>2026/7/2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2177AC-7FD5-1453-1C56-4FA10A708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C22156-AFBB-035B-F324-F7B027FED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8BBA-FFA7-964B-8D14-B8FFF05D9980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4279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D5DDE-7DAC-90E3-48DD-57421914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A9188E-99A8-0BD6-D9E1-179190350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BE6E-41C0-B747-90AF-8E5F24203B18}" type="datetimeFigureOut">
              <a:t>2026/7/2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C17629-F24C-FD43-989C-9AE9E7180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F7AA04-3097-9124-6E93-F2869B5B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8BBA-FFA7-964B-8D14-B8FFF05D9980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1604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460620-78EE-A301-C530-874CD38BA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BE6E-41C0-B747-90AF-8E5F24203B18}" type="datetimeFigureOut">
              <a:t>2026/7/2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5AC611-C592-B59A-1641-7D76C99A2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0CE87-AA05-49A1-6437-3A52EFD28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8BBA-FFA7-964B-8D14-B8FFF05D9980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0957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EABF4-DB45-25A8-72BB-64071B260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B9085-0C83-0D20-0F86-15ECA274F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15133-5918-656D-6285-248BC8B298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9DBE3E-1459-4A34-0974-9DD7CD8A3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BE6E-41C0-B747-90AF-8E5F24203B18}" type="datetimeFigureOut">
              <a:t>2026/7/2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2A75B-A788-F87D-F869-20BF610D5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11C381-54ED-BA05-159E-1277CD13A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8BBA-FFA7-964B-8D14-B8FFF05D9980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4376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1A9DD-ACCB-23C3-5D88-FACB552D3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E2A2C-33B6-69CA-1BE4-00E963DBDB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6A6C51-0914-B48E-AAAB-C4E2B5C74F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1A295D-154B-AF6F-72CA-4086648A3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BE6E-41C0-B747-90AF-8E5F24203B18}" type="datetimeFigureOut">
              <a:t>2026/7/2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849B56-A53F-8324-6112-D362469AE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86163D-F25E-CD0C-7386-2D7095831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8BBA-FFA7-964B-8D14-B8FFF05D9980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0300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5010A-2CD5-78FC-0C5A-56AAA7797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BA7D25-2DE0-1352-F7A0-8A9601E3EF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5C15E-3DE3-8B0E-D74A-80470F273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BE6E-41C0-B747-90AF-8E5F24203B18}" type="datetimeFigureOut">
              <a:t>2026/7/2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40DCF-1370-B5E3-92D8-B1B9CB6B8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481C2-4CE6-554C-F1C1-0FFE7A9D7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8BBA-FFA7-964B-8D14-B8FFF05D9980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2763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F03A89-8594-C6AE-0DE0-DED9D045AE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40B9B3-039F-4DF9-D2E1-6A439B751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31A52-C82E-B02F-263C-312386EEC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BE6E-41C0-B747-90AF-8E5F24203B18}" type="datetimeFigureOut">
              <a:t>2026/7/2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AFF6D-C742-185E-E3EC-AEFBC18D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81833-C2C7-DDB9-4AEA-7B13A47E4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8BBA-FFA7-964B-8D14-B8FFF05D9980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2727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C23592-8DEE-78A2-F5C5-6E4101E79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7611D-1D93-A675-02FD-A1C3D9739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24986-D833-74A3-EDF7-0ACDED3D72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B9BE6E-41C0-B747-90AF-8E5F24203B18}" type="datetimeFigureOut">
              <a:t>2026/7/2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D76F6-35BF-83DA-C017-386E5C42A5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EB6D6-DAE5-C8D0-1D34-3E6A1A337A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078BBA-FFA7-964B-8D14-B8FFF05D9980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166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7970CF-9087-4895-4CC1-341145906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30" y="225492"/>
            <a:ext cx="3805518" cy="33079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74E024-047A-5B59-54D5-C1EF4D1B9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986" y="155089"/>
            <a:ext cx="4312956" cy="356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051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9E3CCD-540A-523F-FC9B-6C578B92B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006" y="-228600"/>
            <a:ext cx="5744459" cy="68580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5367265-B175-1F17-F6F9-241916EACC08}"/>
              </a:ext>
            </a:extLst>
          </p:cNvPr>
          <p:cNvCxnSpPr/>
          <p:nvPr/>
        </p:nvCxnSpPr>
        <p:spPr>
          <a:xfrm flipH="1">
            <a:off x="3200400" y="4424082"/>
            <a:ext cx="457200" cy="605118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0812939-536C-3589-8B5D-5D9949A0141D}"/>
              </a:ext>
            </a:extLst>
          </p:cNvPr>
          <p:cNvCxnSpPr/>
          <p:nvPr/>
        </p:nvCxnSpPr>
        <p:spPr>
          <a:xfrm flipH="1">
            <a:off x="3697941" y="5531224"/>
            <a:ext cx="457200" cy="605118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D65E09E-0354-6164-BB9A-BC6B12B227BA}"/>
              </a:ext>
            </a:extLst>
          </p:cNvPr>
          <p:cNvCxnSpPr>
            <a:cxnSpLocks/>
          </p:cNvCxnSpPr>
          <p:nvPr/>
        </p:nvCxnSpPr>
        <p:spPr>
          <a:xfrm flipH="1">
            <a:off x="4791635" y="-228600"/>
            <a:ext cx="358589" cy="531159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4165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佐々木 遼馬 / Ryouma Sasaki</dc:creator>
  <cp:lastModifiedBy>佐々木 遼馬 / Ryouma Sasaki</cp:lastModifiedBy>
  <cp:revision>1</cp:revision>
  <dcterms:created xsi:type="dcterms:W3CDTF">2026-07-02T01:07:25Z</dcterms:created>
  <dcterms:modified xsi:type="dcterms:W3CDTF">2026-07-02T05:07:21Z</dcterms:modified>
</cp:coreProperties>
</file>